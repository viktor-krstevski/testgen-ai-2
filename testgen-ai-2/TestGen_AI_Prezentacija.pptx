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6366F1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743200"/>
            <a:ext cx="3657600" cy="3657600"/>
          </a:xfrm>
          <a:prstGeom prst="ellipse">
            <a:avLst/>
          </a:prstGeom>
          <a:solidFill>
            <a:srgbClr val="4F46E5">
              <a:alpha val="7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7373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TestGen AI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Автоматизација на тестови со вештачка интелигенција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31520" y="3566160"/>
            <a:ext cx="18288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8404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Виктор Крстевски 211559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Ања Бргјовиќ 211528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Тимски Проект  |  ФИНКИ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645920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1554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Рачно пишување тестови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1920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Одзема многу време и е подложно на грешки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05840" y="2743200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0" y="26517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Недостаток на автоматизација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3017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Мали тимови немаат ресурси за test automation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65760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5840" y="3840480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28800" y="37490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Бариера за почетници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28800" y="4114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и Playwright бараат техничко знаење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Решение: TestGen AI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17320" y="1737360"/>
            <a:ext cx="822960" cy="822960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8745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генерација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3200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GPT-4, Claude и Gemini генерираат тестови од природен јазик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83280" y="146304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51960" y="1737360"/>
            <a:ext cx="822960" cy="822960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87452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&amp; Playwright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566160" y="3200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Поддршка за Python и JavaScript frameworks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17920" y="146304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086600" y="1737360"/>
            <a:ext cx="822960" cy="822960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7452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Споредба на модели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400800" y="3200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Паралелна споредба помеѓу 3 AI модели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Bootstrap, JavaScript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1920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Functions (Node.js)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2468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3017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3566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Hosting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114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4114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Anthropic, Google Gemini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371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Корисник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0" y="20116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↓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217920" y="237744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EEF2FF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2377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0" y="3017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↓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217920" y="338328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0FDF4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3383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API (GPT/Claude/Gemini)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0" y="4023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↓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217920" y="438912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4389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Генериран тест код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Демо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600200"/>
            <a:ext cx="731520" cy="731520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508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Почетна страница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920240" y="1920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со преглед на функционалности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46320" y="128016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120640" y="1600200"/>
            <a:ext cx="731520" cy="731520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7373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35040" y="1508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Генератор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035040" y="1920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Избор на AI модел, framework и внес на инструкции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31520" y="301752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005840" y="3337560"/>
            <a:ext cx="731520" cy="731520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4747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20240" y="3246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Споредба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92024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Паралелна генерација со сите 3 модели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846320" y="301752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120640" y="3337560"/>
            <a:ext cx="731520" cy="731520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34747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035040" y="3246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Историја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03504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Зачувани тестови со пребарување и филтрирање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3200400" y="4572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Споредба на AI модели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17320" y="1645920"/>
            <a:ext cx="822960" cy="8229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Mini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Брз, точен, добра структура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51960" y="164592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3474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Детален, креативен, контекстуален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86600" y="164592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3474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Разновиден, силен, ефикасен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6366F1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4F46E5">
              <a:alpha val="7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Заклучок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237744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Што научивме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архитектура, AI API интеграција, тимска работа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Идни подобрувања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Реални AI API повици, повеќе frameworks, export опции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4389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 благодариме!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TestGen AI</dc:title>
  <dc:subject>PptxGenJS Presentation</dc:subject>
  <dc:creator>Viktor Krstevski, Anja Brgjovikj</dc:creator>
  <cp:lastModifiedBy>Viktor Krstevski, Anja Brgjovikj</cp:lastModifiedBy>
  <cp:revision>1</cp:revision>
  <dcterms:created xsi:type="dcterms:W3CDTF">2026-06-23T22:39:15Z</dcterms:created>
  <dcterms:modified xsi:type="dcterms:W3CDTF">2026-06-23T22:39:15Z</dcterms:modified>
</cp:coreProperties>
</file>